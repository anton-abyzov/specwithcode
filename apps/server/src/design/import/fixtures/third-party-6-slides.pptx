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1: open with the launch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2: three bullets, the first bold.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3: two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4: a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5: shapes, the star is not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6: a table, listed as not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Matchday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Third-party deck for the import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Live scores</a:t>
            </a:r>
          </a:p>
          <a:p>
            <a:r>
              <a:t>Team pages</a:t>
            </a:r>
          </a:p>
          <a:p>
            <a:r>
              <a:t>Fixtures calendar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Before: spreadsheets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After: one schedule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Stadium photo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 card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1828800"/>
          </a:xfrm>
          <a:prstGeom prst="roundRect">
            <a:avLst/>
          </a:prstGeom>
          <a:solidFill>
            <a:srgbClr val="EA580C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3 - 1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1828800"/>
            <a:ext cx="1828800" cy="1828800"/>
          </a:xfrm>
          <a:prstGeom prst="ellipse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229600" y="1828800"/>
            <a:ext cx="1828800" cy="1828800"/>
          </a:xfrm>
          <a:prstGeom prst="star5">
            <a:avLst/>
          </a:prstGeom>
          <a:solidFill>
            <a:srgbClr val="FACC1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Points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