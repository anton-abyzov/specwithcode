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bad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PNG, JPEG and a rotated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Cropped picture: only B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placeholder from the 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background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pictures, one group at half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SVG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fill of a shape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Off-center crop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badge1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Quadrants PNG" descr="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pic>
        <p:nvPicPr>
          <p:cNvPr id="3" name="Sunset JPEG" descr="suns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5852160" cy="3291840"/>
          </a:xfrm>
          <a:prstGeom prst="rect">
            <a:avLst/>
          </a:prstGeom>
        </p:spPr>
      </p:pic>
      <p:pic>
        <p:nvPicPr>
          <p:cNvPr id="4" name="Rotated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914400" y="4114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ropped BC" descr="quadrants.pn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18288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placeholder</a:t>
            </a:r>
          </a:p>
        </p:txBody>
      </p:sp>
      <p:pic>
        <p:nvPicPr>
          <p:cNvPr id="3" name="Placeholder picture" descr="sunset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Background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Logo group"/>
          <p:cNvGrpSpPr/>
          <p:nvPr/>
        </p:nvGrpSpPr>
        <p:grpSpPr>
          <a:xfrm>
            <a:off x="914400" y="914400"/>
            <a:ext cx="5943600" cy="1828800"/>
            <a:chOff x="914400" y="914400"/>
            <a:chExt cx="5943600" cy="1828800"/>
          </a:xfrm>
        </p:grpSpPr>
        <p:pic>
          <p:nvPicPr>
            <p:cNvPr id="3" name="Grouped logo" descr="log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914400"/>
              <a:ext cx="1828800" cy="1828800"/>
            </a:xfrm>
            <a:prstGeom prst="rect">
              <a:avLst/>
            </a:prstGeom>
          </p:spPr>
        </p:pic>
        <p:pic>
          <p:nvPicPr>
            <p:cNvPr id="4" name="Grouped quadrants" descr="quadrant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914400"/>
              <a:ext cx="3657600" cy="1828800"/>
            </a:xfrm>
            <a:prstGeom prst="rect">
              <a:avLst/>
            </a:prstGeom>
          </p:spPr>
        </p:pic>
      </p:grpSp>
      <p:grpSp>
        <p:nvGrpSpPr>
          <p:cNvPr id="5" name="Scaled group"/>
          <p:cNvGrpSpPr/>
          <p:nvPr/>
        </p:nvGrpSpPr>
        <p:grpSpPr>
          <a:xfrm>
            <a:off x="8229600" y="3657600"/>
            <a:ext cx="914400" cy="914400"/>
            <a:chOff x="914400" y="3657600"/>
            <a:chExt cx="1828800" cy="1828800"/>
          </a:xfrm>
        </p:grpSpPr>
        <p:pic>
          <p:nvPicPr>
            <p:cNvPr id="6" name="Scaled logo" descr="log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657600"/>
              <a:ext cx="1828800" cy="1828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VG badge" descr="badge-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-filled rectangle"/>
          <p:cNvSpPr/>
          <p:nvPr/>
        </p:nvSpPr>
        <p:spPr>
          <a:xfrm>
            <a:off x="1828800" y="914400"/>
            <a:ext cx="5486400" cy="30861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ffset crop CD" descr="quadrants.png"/>
          <p:cNvPicPr>
            <a:picLocks noChangeAspect="1"/>
          </p:cNvPicPr>
          <p:nvPr/>
        </p:nvPicPr>
        <p:blipFill>
          <a:blip r:embed="rId2"/>
          <a:srcRect l="50000" t="10000"/>
          <a:stretch>
            <a:fillRect/>
          </a:stretch>
        </p:blipFill>
        <p:spPr>
          <a:xfrm>
            <a:off x="1828800" y="1371600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